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978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Agentic Program 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9B612"/>
                </a:solidFill>
              </a:defRPr>
            </a:pPr>
            <a:r>
              <a:t>Intelligent Applicant Tracking for Contractor Hiring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1. Executive Overview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2. Key Capabilities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3. Value Proposition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4. Technical Architecture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5. Role-Based Access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6. Demo Walkthrough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7. Roadmap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Executive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Business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Manual resume screening is time-consuming and inconsistent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Candidates get lost in fragmented hiring pipelines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Hiring managers lack real-time visibility into their candidates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Interview feedback is scattered across emails and documents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Vendor/staffing agency performance is difficult to measure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Communication delays slow down the hiring process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Our Solution: Agentic Program 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Purpose-built ATS for contractor hiring pipelines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AI-powered resume screening scores candidates automatically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Centralized pipeline with 7-stage workflow tracking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Role-based dashboards for recruiters, hiring managers, and interviewers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Mobile-friendly scorecards for interview feedback anywhere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Integrated notifications via Slack and Microsoft Teams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Comprehensive analytics and vendor performance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Capabilities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AI-Powered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Resume Scoring: Automatically scores resumes 0-100% against job requirements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Strength &amp; Gap Analysis: Identifies candidate strengths and skill gaps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Interview Questions: AI-generates tailored questions for each candidate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Note Summarization: Summarizes interview feedback for stage handoffs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Candidate Comparison: AI-assisted recommendations when comparing finalists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Powered by Claude (Anthropic) or AWS Bedrock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Pipeline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7-Stage Workflow: Resume Screen -&gt; Phone -&gt; Technical -&gt; Behavioral -&gt; Offer -&gt; Hired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Multi-Role Support: Candidates can be considered for multiple positions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Stage Tracking: Monitor time-in-stage and identify bottlenecks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Bulk Operations: Import candidates via CSV/Excel files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Visual Pipeline: Funnel visualization with real-time counts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Automated Notifications: Alerts on stage changes and key events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Interview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Interview Scheduling: Schedule with calendar export (ICS format)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Configurable Scorecards: Custom scoring criteria per job and stage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Mobile Scorecards: Secure links for feedback from any device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48-hour expiring tokens for security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Recommendation Options: Strong Yes / Yes / Maybe / No / Strong No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AI Note Summarization: Prep next interviewer with key points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Value Proposition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Value by Stakeholder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Stakeholder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Key Benefits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Recruiters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60% faster screening, bulk import, automated notifications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Hiring Managers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Real-time pipeline visibility, structured feedback, AI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Interviewers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Mobile scorecards, AI-generated questions, context from prior stages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Leadership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Pipeline analytics, vendor tracking, compliance audit trail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Streamlit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Reactive Python web UI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Python 3.7+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Core application logic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SQLite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Data persistence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AI/ML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Claude API / Bedrock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Resume scoring, summarization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Documents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pypdf, python-docx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Resume parsing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Notifications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Webhooks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Slack and Teams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Calendar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ICS (RFC 5545)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Interview scheduling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Frontend Layer: Streamlit Web Application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   - Responsive UI with Southwest Airlines branding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   - Role-based navigation and dashboards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Application Layer: Python Modules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   - Auth, GenAI, Database, Notifications, Calendar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Data Layer: SQLite Database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   - Candidates, Jobs, Interviews, Scores, Users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External: Claude API, Slack, Teams, Calendar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Role-Based Access Control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Four User Roles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Access Level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Primary Functions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Full system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User management, config, all data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Recruiter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All candidates/jobs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Sourcing, screening, pipeline mgmt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Hiring Manager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Assigned jobs only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Review, feedback, decisions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Interviewer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Limited 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Submit scorecards via mobile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 Login Accounts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admin@agentic.com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Recruiter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recruiter@agentic.com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Hiring Manager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hiring.manager@agentic.com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Interviewer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interviewer@agentic.com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 Data 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3 Vendors: Acme Staffing, TechTalent, Two Roads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7 Jobs: Including AI/ML Engineer - Agentic Systems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26 Candidates: Distributed across all pipeline stages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   - Resume Screen: 4    |    Phone Screen: 6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   - Technical: 2         |    Behavioral: 4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   - Offer: 4             |    Hired: 2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5 Users: One per role type for testing RBAC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1. Login as Admin - show full navigation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2. Dashboard - pipeline funnel and metrics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3. Candidates - browse, filter, view AI scores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4. Candidate Detail - resume analysis, stage progression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5. AI Features - generate interview questions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6. Mobile Scorecard - generate link, show mobile view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7. Analytics - pipeline health, vendor scorecards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8. Role Switch - show Hiring Manager filtered 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Roadmap &amp; Next Steps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Current State &amp; Roadmap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Core ATS, AI scoring, mobile scorecards, RBAC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Bulk import, analytics, vendor tracking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Google Calendar OAuth integration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Microsoft 365 OAuth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Future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Advanced email automation, availability scheduling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Success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Time-to-Screen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&lt; 24 hours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Pipeline Visibility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100% candidates tracked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Interview Feedback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&gt; 90% within 24hrs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User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&gt; 80% active weekly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9B612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811</Words>
  <Application>Microsoft Office PowerPoint</Application>
  <PresentationFormat>Widescreen</PresentationFormat>
  <Paragraphs>171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 Kirschke</cp:lastModifiedBy>
  <cp:revision>1</cp:revision>
  <dcterms:created xsi:type="dcterms:W3CDTF">2013-01-27T09:14:16Z</dcterms:created>
  <dcterms:modified xsi:type="dcterms:W3CDTF">2026-02-02T21:10:12Z</dcterms:modified>
  <cp:category/>
</cp:coreProperties>
</file>